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QuantumShield: BB84 QKD &amp; Eavesdropping Detection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 &amp; Security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Pirates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Vikas Gayake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via team GitHub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Gayake · Pranav Kadam · Kamini Borde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Wadia College, Pune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13232" y="1783080"/>
            <a:ext cx="7635240" cy="2926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lnSpc>
                <a:spcPct val="108000"/>
              </a:lnSpc>
              <a:spcAft>
                <a:spcPts val="900"/>
              </a:spcAft>
              <a:buNone/>
              <a:defRPr sz="1700">
                <a:solidFill>
                  <a:srgbClr val="282345"/>
                </a:solidFill>
                <a:latin typeface="Aptos"/>
              </a:defRPr>
            </a:pPr>
            <a:r>
              <a:rPr sz="1700" b="1">
                <a:solidFill>
                  <a:srgbClr val="2A1C5B"/>
                </a:solidFill>
                <a:latin typeface="Aptos"/>
              </a:rPr>
              <a:t>The problem:</a:t>
            </a:r>
            <a:r>
              <a:rPr sz="1700">
                <a:solidFill>
                  <a:srgbClr val="282345"/>
                </a:solidFill>
                <a:latin typeface="Aptos"/>
              </a:rPr>
              <a:t> Quantum communication can reveal interference, but the underlying idea is difficult to inspect without a visual experiment.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82345"/>
                </a:solidFill>
                <a:latin typeface="Aptos"/>
              </a:defRPr>
            </a:pPr>
            <a:r>
              <a:t>BB84 uses non-orthogonal measurement bases so an interceptor who does not know the preparation basis can introduce detectable errors.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82345"/>
                </a:solidFill>
                <a:latin typeface="Aptos"/>
              </a:defRPr>
            </a:pPr>
            <a:r>
              <a:rPr sz="1700" b="1">
                <a:solidFill>
                  <a:srgbClr val="2A1C5B"/>
                </a:solidFill>
                <a:latin typeface="Aptos"/>
              </a:rPr>
              <a:t>Learning gap:</a:t>
            </a:r>
            <a:r>
              <a:rPr sz="1700">
                <a:solidFill>
                  <a:srgbClr val="282345"/>
                </a:solidFill>
                <a:latin typeface="Aptos"/>
              </a:rPr>
              <a:t> learners need to see how basis matching, key sifting and the Quantum Bit Error Rate (QBER) connect.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82345"/>
                </a:solidFill>
                <a:latin typeface="Aptos"/>
              </a:defRPr>
            </a:pPr>
            <a:r>
              <a:rPr sz="1700" b="1">
                <a:solidFill>
                  <a:srgbClr val="2A1C5B"/>
                </a:solidFill>
                <a:latin typeface="Aptos"/>
              </a:rPr>
              <a:t>Project goal:</a:t>
            </a:r>
            <a:r>
              <a:rPr sz="1700">
                <a:solidFill>
                  <a:srgbClr val="282345"/>
                </a:solidFill>
                <a:latin typeface="Aptos"/>
              </a:rPr>
              <a:t> provide a reproducible simulator to compare a clean channel with an optional intercept–resend attacker.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13232" y="1783080"/>
            <a:ext cx="7635240" cy="2926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282345"/>
                </a:solidFill>
                <a:latin typeface="Aptos"/>
              </a:defRPr>
            </a:pPr>
            <a:r>
              <a:t>Build a Qiskit-based BB84 simulation with Alice, Bob, random bases and sifted-key generation.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t>Add an optional Eve intercept–resend path to demonstrate how measurement in a wrong basis can disturb quantum states.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t>Estimate QBER from a disclosed test sample and show the remaining sifted key separately from the revealed sample.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Novelty:</a:t>
            </a:r>
            <a:r>
              <a:rPr sz="1600">
                <a:solidFill>
                  <a:srgbClr val="282345"/>
                </a:solidFill>
                <a:latin typeface="Aptos"/>
              </a:rPr>
              <a:t> combine protocol steps, attack toggle, metrics and explanatory visuals in one student-friendly dashboard.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Success criteria:</a:t>
            </a:r>
            <a:r>
              <a:rPr sz="1600">
                <a:solidFill>
                  <a:srgbClr val="282345"/>
                </a:solidFill>
                <a:latin typeface="Aptos"/>
              </a:rPr>
              <a:t> Eve off should trend toward near-zero QBER; Eve on should trend toward ~25% under ideal random-basis intercept–resend assumptions.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13232" y="1783080"/>
            <a:ext cx="7635240" cy="2926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Workflow:</a:t>
            </a:r>
            <a:r>
              <a:rPr sz="1600">
                <a:solidFill>
                  <a:srgbClr val="282345"/>
                </a:solidFill>
                <a:latin typeface="Aptos"/>
              </a:rPr>
              <a:t> prepare random bits → encode in Z/X basis → transmit qubits → measure with Bob’s random basis → sift matching bases.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Security signal:</a:t>
            </a:r>
            <a:r>
              <a:rPr sz="1600">
                <a:solidFill>
                  <a:srgbClr val="282345"/>
                </a:solidFill>
                <a:latin typeface="Aptos"/>
              </a:rPr>
              <a:t> compare a randomly selected test subset; QBER estimates how many tested bits disagree.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Why quantum:</a:t>
            </a:r>
            <a:r>
              <a:rPr sz="1600">
                <a:solidFill>
                  <a:srgbClr val="282345"/>
                </a:solidFill>
                <a:latin typeface="Aptos"/>
              </a:rPr>
              <a:t> unknown-basis measurement can disturb a qubit. Classical copying alone does not reproduce this BB84 disturbance behaviour.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Important scope:</a:t>
            </a:r>
            <a:r>
              <a:rPr sz="1600">
                <a:solidFill>
                  <a:srgbClr val="282345"/>
                </a:solidFill>
                <a:latin typeface="Aptos"/>
              </a:rPr>
              <a:t> this is an educational simulation, not a production QKD system or a proof of real-world security.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5074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806440" y="1737360"/>
            <a:ext cx="2743200" cy="27432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1. Prepare:</a:t>
            </a:r>
            <a:r>
              <a:rPr sz="1200">
                <a:solidFill>
                  <a:srgbClr val="282345"/>
                </a:solidFill>
                <a:latin typeface="Aptos"/>
              </a:rPr>
              <a:t> random bit + random Z/X basis.</a:t>
            </a:r>
            <a:endParaRPr lang="en-US" sz="1200" dirty="0"/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2. Encode:</a:t>
            </a:r>
            <a:r>
              <a:rPr sz="1200">
                <a:solidFill>
                  <a:srgbClr val="282345"/>
                </a:solidFill>
                <a:latin typeface="Aptos"/>
              </a:rPr>
              <a:t> X flips |0⟩; H creates/decodes X-basis states.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3. Measure:</a:t>
            </a:r>
            <a:r>
              <a:rPr sz="1200">
                <a:solidFill>
                  <a:srgbClr val="282345"/>
                </a:solidFill>
                <a:latin typeface="Aptos"/>
              </a:rPr>
              <a:t> Bob selects a random basis.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4. Sift:</a:t>
            </a:r>
            <a:r>
              <a:rPr sz="1200">
                <a:solidFill>
                  <a:srgbClr val="282345"/>
                </a:solidFill>
                <a:latin typeface="Aptos"/>
              </a:rPr>
              <a:t> retain positions where bases match.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5. Test:</a:t>
            </a:r>
            <a:r>
              <a:rPr sz="1200">
                <a:solidFill>
                  <a:srgbClr val="282345"/>
                </a:solidFill>
                <a:latin typeface="Aptos"/>
              </a:rPr>
              <a:t> reveal sample bits and calculate QBER.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Eve:</a:t>
            </a:r>
            <a:r>
              <a:rPr sz="1200">
                <a:solidFill>
                  <a:srgbClr val="282345"/>
                </a:solidFill>
                <a:latin typeface="Aptos"/>
              </a:rPr>
              <a:t> measure and resend in a random basis when enabled.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Picture 25" descr="bb84_protoco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507492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13232" y="1783080"/>
            <a:ext cx="7635240" cy="2926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Quantum engine:</a:t>
            </a:r>
            <a:r>
              <a:rPr sz="1600">
                <a:solidFill>
                  <a:srgbClr val="282345"/>
                </a:solidFill>
                <a:latin typeface="Aptos"/>
              </a:rPr>
              <a:t> Qiskit circuits and Aer simulator for local, repeatable runs.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Protocol layer:</a:t>
            </a:r>
            <a:r>
              <a:rPr sz="1600">
                <a:solidFill>
                  <a:srgbClr val="282345"/>
                </a:solidFill>
                <a:latin typeface="Aptos"/>
              </a:rPr>
              <a:t> bit/basis preparation, measurement, basis reconciliation, key sifting and QBER estimation.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Interface:</a:t>
            </a:r>
            <a:r>
              <a:rPr sz="1600">
                <a:solidFill>
                  <a:srgbClr val="282345"/>
                </a:solidFill>
                <a:latin typeface="Aptos"/>
              </a:rPr>
              <a:t> Streamlit dashboard for experiment controls, metrics and plots.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Analysis:</a:t>
            </a:r>
            <a:r>
              <a:rPr sz="1600">
                <a:solidFill>
                  <a:srgbClr val="282345"/>
                </a:solidFill>
                <a:latin typeface="Aptos"/>
              </a:rPr>
              <a:t> NumPy / Pandas / Matplotlib for data handling and visualisation.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Quality:</a:t>
            </a:r>
            <a:r>
              <a:rPr sz="1600">
                <a:solidFill>
                  <a:srgbClr val="282345"/>
                </a:solidFill>
                <a:latin typeface="Aptos"/>
              </a:rPr>
              <a:t> pytest unit tests for protocol utilities, metrics and simulation behaviour.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Reproducibility:</a:t>
            </a:r>
            <a:r>
              <a:rPr sz="1600">
                <a:solidFill>
                  <a:srgbClr val="282345"/>
                </a:solidFill>
                <a:latin typeface="Aptos"/>
              </a:rPr>
              <a:t> configurable number of signals and optional Eve attack; results vary with random sampling.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806440" y="1737360"/>
            <a:ext cx="2743200" cy="27432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Reference expectation (not a measured run):</a:t>
            </a:r>
            <a:r>
              <a:rPr sz="1200">
                <a:solidFill>
                  <a:srgbClr val="282345"/>
                </a:solidFill>
                <a:latin typeface="Aptos"/>
              </a:rPr>
              <a:t/>
            </a:r>
            <a:endParaRPr lang="en-US" sz="1200" dirty="0"/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• Eve OFF:</a:t>
            </a:r>
            <a:r>
              <a:rPr sz="1200">
                <a:solidFill>
                  <a:srgbClr val="282345"/>
                </a:solidFill>
                <a:latin typeface="Aptos"/>
              </a:rPr>
              <a:t> ideal channel QBER ≈ 0%.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• Eve ON:</a:t>
            </a:r>
            <a:r>
              <a:rPr sz="1200">
                <a:solidFill>
                  <a:srgbClr val="282345"/>
                </a:solidFill>
                <a:latin typeface="Aptos"/>
              </a:rPr>
              <a:t> random-basis intercept–resend tends toward ≈ 25% QBER.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t>Finite sample sizes fluctuate, so measured values will not always equal theory.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>
                <a:solidFill>
                  <a:srgbClr val="282345"/>
                </a:solidFill>
                <a:latin typeface="Aptos"/>
              </a:defRPr>
            </a:pPr>
            <a:r>
              <a:rPr sz="1200" b="1">
                <a:solidFill>
                  <a:srgbClr val="2A1C5B"/>
                </a:solidFill>
                <a:latin typeface="Aptos"/>
              </a:rPr>
              <a:t>Demo evidence to add:</a:t>
            </a:r>
            <a:r>
              <a:rPr sz="1200">
                <a:solidFill>
                  <a:srgbClr val="282345"/>
                </a:solidFill>
                <a:latin typeface="Aptos"/>
              </a:rPr>
              <a:t> run the app in both modes and capture the actual output.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26" name="Picture 25" descr="qber_theory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50292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13232" y="1783080"/>
            <a:ext cx="7635240" cy="2926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Education:</a:t>
            </a:r>
            <a:r>
              <a:rPr sz="1600">
                <a:solidFill>
                  <a:srgbClr val="282345"/>
                </a:solidFill>
                <a:latin typeface="Aptos"/>
              </a:rPr>
              <a:t> makes BB84’s random bases, sifting and disturbance easier to understand.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Security awareness:</a:t>
            </a:r>
            <a:r>
              <a:rPr sz="1600">
                <a:solidFill>
                  <a:srgbClr val="282345"/>
                </a:solidFill>
                <a:latin typeface="Aptos"/>
              </a:rPr>
              <a:t> demonstrates why an attacker can leave a measurable error signal.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Research prototyping:</a:t>
            </a:r>
            <a:r>
              <a:rPr sz="1600">
                <a:solidFill>
                  <a:srgbClr val="282345"/>
                </a:solidFill>
                <a:latin typeface="Aptos"/>
              </a:rPr>
              <a:t> a safe sandbox for comparing signal counts, basis choices and attack settings.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Potential domain:</a:t>
            </a:r>
            <a:r>
              <a:rPr sz="1600">
                <a:solidFill>
                  <a:srgbClr val="282345"/>
                </a:solidFill>
                <a:latin typeface="Aptos"/>
              </a:rPr>
              <a:t> quantum key distribution is studied for high-security key establishment in specialised communication links.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Boundary:</a:t>
            </a:r>
            <a:r>
              <a:rPr sz="1600">
                <a:solidFill>
                  <a:srgbClr val="282345"/>
                </a:solidFill>
                <a:latin typeface="Aptos"/>
              </a:rPr>
              <a:t> simulation results do not establish deployment readiness or guarantee security against every attack.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13232" y="1783080"/>
            <a:ext cx="7635240" cy="2926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Current limitations:</a:t>
            </a:r>
            <a:r>
              <a:rPr sz="1600">
                <a:solidFill>
                  <a:srgbClr val="282345"/>
                </a:solidFill>
                <a:latin typeface="Aptos"/>
              </a:rPr>
              <a:t> idealised channels, finite samples and simplified intercept–resend Eve model.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Not yet covered:</a:t>
            </a:r>
            <a:r>
              <a:rPr sz="1600">
                <a:solidFill>
                  <a:srgbClr val="282345"/>
                </a:solidFill>
                <a:latin typeface="Aptos"/>
              </a:rPr>
              <a:t> authenticated classical channel, privacy amplification, finite-key security analysis and realistic device noise.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Future work:</a:t>
            </a:r>
            <a:r>
              <a:rPr sz="1600">
                <a:solidFill>
                  <a:srgbClr val="282345"/>
                </a:solidFill>
                <a:latin typeface="Aptos"/>
              </a:rPr>
              <a:t> add noise models, configurable QBER thresholds, repeated-trial confidence intervals and exportable experiment reports.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Hardware extension:</a:t>
            </a:r>
            <a:r>
              <a:rPr sz="1600">
                <a:solidFill>
                  <a:srgbClr val="282345"/>
                </a:solidFill>
                <a:latin typeface="Aptos"/>
              </a:rPr>
              <a:t> compare simulator output with IBM Quantum hardware where access and supported backend are available.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>
                <a:solidFill>
                  <a:srgbClr val="282345"/>
                </a:solidFill>
                <a:latin typeface="Aptos"/>
              </a:defRPr>
            </a:pPr>
            <a:r>
              <a:rPr sz="1600" b="1">
                <a:solidFill>
                  <a:srgbClr val="2A1C5B"/>
                </a:solidFill>
                <a:latin typeface="Aptos"/>
              </a:rPr>
              <a:t>Next validation step:</a:t>
            </a:r>
            <a:r>
              <a:rPr sz="1600">
                <a:solidFill>
                  <a:srgbClr val="282345"/>
                </a:solidFill>
                <a:latin typeface="Aptos"/>
              </a:rPr>
              <a:t> run automated tests and record real app screenshots before presenting measured results.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  <a:defRPr sz="3400" b="1">
                <a:solidFill>
                  <a:srgbClr val="2A1C5B"/>
                </a:solidFill>
                <a:latin typeface="Georgia"/>
              </a:defRPr>
            </a:pPr>
            <a:r>
              <a:t>Thank You</a:t>
            </a:r>
            <a:endParaRPr lang="en-US" sz="4200" dirty="0"/>
          </a:p>
          <a:p>
            <a:pPr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A1C5B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vtu-qiskit-fall-fest-2026/vtu-hc-ai-pirates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recording link before submission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QuantumShield — BB84 QKD and Eavesdropping Detection</dc:title>
  <cp:lastModifiedBy>python-pptx</cp:lastModifiedBy>
  <cp:revision>1</cp:revision>
  <dcterms:modified xsi:type="dcterms:W3CDTF">2026-10-23T05:25:28Z</dcterms:modified>
  <dc:subject>Qiskit Fall Fest 2026 | Quantum Cryptography &amp; Security</dc:subject>
  <dc:creator>Team AI Pirates</dc:creator>
  <cp:keywords>Qiskit, BB84, Quantum Key Distribution, QBER, Quantum Cryptography</cp:keywords>
</cp:coreProperties>
</file>