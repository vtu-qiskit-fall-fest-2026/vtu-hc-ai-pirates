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QISKIT FALL FEST 2026  •  QUANTUM CRYPTOGRAPHY TRACK</a:t>
            </a:r>
          </a:p>
          <a:p>
            <a:pPr>
              <a:defRPr sz="5200" b="1">
                <a:solidFill>
                  <a:srgbClr val="FFFFFF"/>
                </a:solidFill>
              </a:defRPr>
            </a:pPr>
            <a:r>
              <a:t>QuantumShield</a:t>
            </a:r>
          </a:p>
          <a:p>
            <a:pPr>
              <a:spcAft>
                <a:spcPts val="2400"/>
              </a:spcAft>
              <a:defRPr sz="2200" b="1">
                <a:solidFill>
                  <a:srgbClr val="A855F7"/>
                </a:solidFill>
              </a:defRPr>
            </a:pPr>
            <a:r>
              <a:t>BB84 Quantum Key Distribution and Eavesdropping Detection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Team: AI Pirates  |  Team ID: VTU-QFF-HC-0142  |  Engine: Qiskit 2.x &amp; Python 3.10+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The Classical Key Exchange Vulnerability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F4444"/>
                </a:solidFill>
              </a:defRPr>
            </a:pPr>
            <a:r>
              <a:t>The Secret Key Dilemma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Symmetric encryption requires pre-shared secret keys over insecure communication channels.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Classical fiber or copper lines can be passively tapped without alerting communicating parties.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Public-Key Infrastructure (RSA, Diffie-Hellman) faces complete obsolescence against Shor's algorithm on quantum computers.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The Educational Gap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Quantum Key Distribution principles (conjugate bases, state collapse) are difficult to grasp conceptually.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Beginners need hands-on interactive tools executing genuine quantum circuits.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QuantumShield bridges this divide with real Qiskit circuits, live telemetry, and visual error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Physics-Guaranteed Security: Why Quantum?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0175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No-Cloning Theorem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An unknown arbitrary quantum state cannot be duplicated with perfect fidelity.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Adversaries cannot clone photons in transit to read them later.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Measurement irrevocably collapses the wave function.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30175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855F7"/>
                </a:solidFill>
              </a:defRPr>
            </a:pPr>
            <a:r>
              <a:t>Heisenberg Uncertainty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Conjugate observables (Z and X bases) cannot be simultaneously determined.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Measuring in X perturbs states prepared in Z, and vice-versa.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Eavesdroppers are forced to guess measurement bases randomly.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10512"/>
            <a:ext cx="30175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The Quantum Footprint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Eavesdropping introduces statistical disturbance (Quantum Bit Error Rate - QBER).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Alice and Bob detect eavesdropping during basis sifting and error reconciliation.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Compromised channels are automatically rejected.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QuantumShield: Core Architecture &amp;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Core Protocol Features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Genuine Qiskit Circuit Simulation: Each photon modeled with authentic Pauli-X and Hadamard gates.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Eve Intercept-Resend Attack: Models random basis measurement and state collapse.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Classical Sifting Pipeline: Basis reconciliation discarding ~50% mismatched positions.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Automated QBER Calculation: Exact mismatch calculation with Wilson confidence intervals.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855F7"/>
                </a:solidFill>
              </a:defRPr>
            </a:pPr>
            <a:r>
              <a:t>Interactive Enhancements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Monte Carlo Variance: Batch testing across multiple independent trials showing convergence to 25% QBER.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Channel Noise Simulation: Depolarizing noise model illustrating non-zero QBER without an eavesdropper.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Privacy Amplification Demo: Parity hash compression eliminating partial eavesdropper information.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Dual Deployment: Python Streamlit app + React/Vite responsive web portal.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Conjugate Bases &amp; Qiskit Gate Encoding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Computational Basis (Z)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Eigenstates: |0⟩ and |1⟩ (Z-axis of Bloch sphere)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Bit 0 Encoding: Ground state |0⟩ (No gate / Identity)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Bit 1 Encoding: Excited state |1⟩ (Pauli-X gate)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Measurement: Standard projective computational basis measurement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855F7"/>
                </a:solidFill>
              </a:defRPr>
            </a:pPr>
            <a:r>
              <a:t>Diagonal / Hadamard Basis (X)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Eigenstates: |+⟩ = (|0⟩+|1⟩)/√2 and |-⟩ = (|0⟩-|1⟩)/√2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Bit 0 Encoding: |+⟩ state (Hadamard H gate)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Bit 1 Encoding: |-⟩ state (X gate followed by H gate)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Measurement: Rotated via Hadamard gate prior to measurement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End-to-End System Pipeline &amp;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7781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10512"/>
            <a:ext cx="34747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Pipeline Stages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Alice: Random bit &amp; basis generation + Qiskit state prep.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Channel: Coherent transmission or Eve intercept-resend.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Bob: Independent basis choice &amp; projective measurement.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Reconciliation: Public basis announcement (sifting).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Error Estimation: QBER calculation &amp; security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Step-by-Step BB84 Protocol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3327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Six-Stage Lifecycle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Phase 1: Quantum Transmission — Alice prepares and transmits N quantum states over the quantum channel.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Phase 2: Independent Measurement — Bob measures each qubit using independently chosen random bases.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Phase 3: Classical Sifting — Alice and Bob publish their chosen bases (NOT bit values); keep ~50% matching positions.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Phase 4: Error Rate Estimation — Compute QBER = (Mismatches / Sifted Bits).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Phase 5: Security Verification — Compare QBER against threshold (5% - 11%). Abort if exceeded.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Phase 6: Key Post-Processing — Apply privacy amplification to distill an information-theoretically secure key.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Authentic Qiskit Circuit Implementation</a:t>
            </a:r>
          </a:p>
        </p:txBody>
      </p:sp>
      <p:pic>
        <p:nvPicPr>
          <p:cNvPr id="4" name="Picture 3" descr="circui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23487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10512"/>
            <a:ext cx="34747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855F7"/>
                </a:solidFill>
              </a:defRPr>
            </a:pPr>
            <a:r>
              <a:t>Circuit Components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Alice: Qiskit QuantumCircuit(1) with X &amp; H gates.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Eve: H rotation + measurement + state reset.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Bob: H basis rotation prior to measurement.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Simulation: Exact Statevector evolution via qiskit.quantum_info.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Zero mock random shortcuts.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Application Interface &amp; QBER Benchmark</a:t>
            </a:r>
          </a:p>
        </p:txBody>
      </p:sp>
      <p:pic>
        <p:nvPicPr>
          <p:cNvPr id="4" name="Picture 3" descr="qb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4535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810512"/>
            <a:ext cx="38404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Benchmark Summary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Direct Channel: Observed 0.00% QBER (Matches theoretical 0.0%).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Intercepted Channel: Observed 25.00% QBER (Matches theoretical 25.0%).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Threshold Limit: 11% Shor-Preskill limit; 5% noiseless cutoff.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Real-time CSV telemetry export enabled.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Built-in Vernam One-Time Pad encryption demonstrator.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Mathematical Proof of the 25% Error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Eve's Guessing Probability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Eve intercepts photon with unknown basis (P(Z) = 0.5, P(X) = 0.5):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50% probability: Eve chooses Alice's basis.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  - Measures true bit with 100% fidelity.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  - Resends identical state; Bob gets correct bit.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  - Error contribution: 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F4444"/>
                </a:solidFill>
              </a:defRPr>
            </a:pPr>
            <a:r>
              <a:t>Basis Mismatch Collapse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50% probability: Eve chooses the wrong basis.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  - Measurement collapses superposition randomly.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  - When Bob measures in Alice's basis, 50% chance of error.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  - Error contribution: 50% on these occurrences.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Total Expected QBER = 0.5 * 0% + 0.5 * 50% = 25.0%!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Monte Carlo Convergence &amp; Statistical Variance</a:t>
            </a:r>
          </a:p>
        </p:txBody>
      </p:sp>
      <p:pic>
        <p:nvPicPr>
          <p:cNvPr id="4" name="Picture 3" descr="monte_carl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06567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810512"/>
            <a:ext cx="38404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855F7"/>
                </a:solidFill>
              </a:defRPr>
            </a:pPr>
            <a:r>
              <a:t>Statistical Findings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Finite-Sample Variance: Individual runs fluctuate around 25%.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Batch Verification: Mean QBER converges toward 25.0% across 10-20 trials.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Noise Modeling: Non-zero QBER observed with channel noise even without Eve.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Separates empirical measurements from theoretical 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Automated Testing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Pytest Suite Results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29 Automated Tests implemented across 4 test modules.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test_protocol.py: 9 tests (Z &amp; X encoding, H gates, sifting, seeds).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test_simulation.py: 8 tests (Qiskit execution, noise, Monte Carlo).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test_metrics.py: 6 tests (QBER math, 0 sifted edge case, Wilson CIs).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test_utils.py: 6 tests (DataFrame, CSV export, OTP XOR, Privacy Amplification).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Result: 29 PASSED in 2.42s (100% pass rate).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Quality &amp; Reliability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Zero-sifted-bits safety: Guarded against division by zero.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Deterministic reproducibility: Fixed seed guarantees identical runs.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Statistical sanity checks: 400-qubit runs verified within 15%-35% interval.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Noise verification: Channel noise confirmed to induce errors without Eve.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Responsible Disclosure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F4444"/>
                </a:solidFill>
              </a:defRPr>
            </a:pPr>
            <a:r>
              <a:t>Scientific Limitations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Educational Prototype: Simulation does not prove physical hardware security.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Simplified Attack Model: Only intercept-resend is modeled; not PNS or memory attacks.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Classical Authentication: Production QKD requires Wegman-Carter authentication.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Noise vs Attack: QBER alone cannot differentiate fiber attenuation from eavesdropping.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Future Roadmap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IBM Quantum Hardware: Deploy circuits via Qiskit Runtime on IBM Eagle/Heron QPUs.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Decoy State Protocol: Model multi-photon pulses and photon-number splitting (PNS).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Error Correction: Implement Cascade and LDPC reconciliation pipelines.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Entanglement QKD: Extend to Ekert (E91) protocol using Bell states.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QUANTUMSHIELD | QISKIT FALL FEST 2026</a:t>
            </a:r>
          </a:p>
          <a:p>
            <a:pPr>
              <a:defRPr sz="2500" b="1">
                <a:solidFill>
                  <a:srgbClr val="E2E8F0"/>
                </a:solidFill>
              </a:defRPr>
            </a:pPr>
            <a:r>
              <a:t>Conclusion &amp;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Project Summary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QuantumShield successfully simulates BB84 with authentic Qiskit circuits.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Verified 0% error without Eve and ~25% error under intercept-resend attack.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Complete deliverables: Codebase, 29 tests, Streamlit &amp; React apps, PPTX, docs.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• Team AI Pirates | VTU-QFF-HC-0142 | Qiskit Fall Fest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11C38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Key References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1. Bennett &amp; Brassard (1984), 'Quantum cryptography: Public key distribution'.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2. IBM Quantum Learning: Quantum Key Distribution Module (https://qiskit.qotlabs.org).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3. Qiskit 2.x Documentation (https://docs.quantum.ibm.com).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</a:defRPr>
            </a:pPr>
            <a:r>
              <a:t>•  4. Shor &amp; Preskill (2000), 'Simple Proof of Security of the BB84 Protocol'.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